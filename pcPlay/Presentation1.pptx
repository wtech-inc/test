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</p:sldIdLst>
  <p:sldSz cx="12192000" cy="6858000"/>
  <p:notesSz cx="6858000" cy="9144000"/>
  <p:defaultTextStyle>
    <a:defPPr>
      <a:defRPr lang="zh-H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HK" smtClean="0"/>
              <a:t>Click to edit Master title style</a:t>
            </a:r>
            <a:endParaRPr lang="zh-HK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HK" smtClean="0"/>
              <a:t>Click to edit Master subtitle style</a:t>
            </a:r>
            <a:endParaRPr lang="zh-HK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9E3B3-AFCB-4E99-812C-2F2FAD65D3A5}" type="datetimeFigureOut">
              <a:rPr lang="zh-HK" altLang="en-US" smtClean="0"/>
              <a:t>2/4/2025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73416E-2BDE-408D-83E6-C25D1A833CC6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8607726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smtClean="0"/>
              <a:t>Click to edit Master title style</a:t>
            </a:r>
            <a:endParaRPr lang="zh-HK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HK" smtClean="0"/>
              <a:t>Edit Master text styles</a:t>
            </a:r>
          </a:p>
          <a:p>
            <a:pPr lvl="1"/>
            <a:r>
              <a:rPr lang="en-US" altLang="zh-HK" smtClean="0"/>
              <a:t>Second level</a:t>
            </a:r>
          </a:p>
          <a:p>
            <a:pPr lvl="2"/>
            <a:r>
              <a:rPr lang="en-US" altLang="zh-HK" smtClean="0"/>
              <a:t>Third level</a:t>
            </a:r>
          </a:p>
          <a:p>
            <a:pPr lvl="3"/>
            <a:r>
              <a:rPr lang="en-US" altLang="zh-HK" smtClean="0"/>
              <a:t>Fourth level</a:t>
            </a:r>
          </a:p>
          <a:p>
            <a:pPr lvl="4"/>
            <a:r>
              <a:rPr lang="en-US" altLang="zh-HK" smtClean="0"/>
              <a:t>Fifth level</a:t>
            </a:r>
            <a:endParaRPr lang="zh-HK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9E3B3-AFCB-4E99-812C-2F2FAD65D3A5}" type="datetimeFigureOut">
              <a:rPr lang="zh-HK" altLang="en-US" smtClean="0"/>
              <a:t>2/4/2025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73416E-2BDE-408D-83E6-C25D1A833CC6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440730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HK" smtClean="0"/>
              <a:t>Click to edit Master title style</a:t>
            </a:r>
            <a:endParaRPr lang="zh-HK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HK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9E3B3-AFCB-4E99-812C-2F2FAD65D3A5}" type="datetimeFigureOut">
              <a:rPr lang="zh-HK" altLang="en-US" smtClean="0"/>
              <a:t>2/4/2025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73416E-2BDE-408D-83E6-C25D1A833CC6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4472969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smtClean="0"/>
              <a:t>Click to edit Master title style</a:t>
            </a:r>
            <a:endParaRPr lang="zh-HK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HK" smtClean="0"/>
              <a:t>Edit Master text styles</a:t>
            </a:r>
          </a:p>
          <a:p>
            <a:pPr lvl="1"/>
            <a:r>
              <a:rPr lang="en-US" altLang="zh-HK" smtClean="0"/>
              <a:t>Second level</a:t>
            </a:r>
          </a:p>
          <a:p>
            <a:pPr lvl="2"/>
            <a:r>
              <a:rPr lang="en-US" altLang="zh-HK" smtClean="0"/>
              <a:t>Third level</a:t>
            </a:r>
          </a:p>
          <a:p>
            <a:pPr lvl="3"/>
            <a:r>
              <a:rPr lang="en-US" altLang="zh-HK" smtClean="0"/>
              <a:t>Fourth level</a:t>
            </a:r>
          </a:p>
          <a:p>
            <a:pPr lvl="4"/>
            <a:r>
              <a:rPr lang="en-US" altLang="zh-HK" smtClean="0"/>
              <a:t>Fifth level</a:t>
            </a:r>
            <a:endParaRPr lang="zh-HK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HK" smtClean="0"/>
              <a:t>Edit Master text styles</a:t>
            </a:r>
          </a:p>
          <a:p>
            <a:pPr lvl="1"/>
            <a:r>
              <a:rPr lang="en-US" altLang="zh-HK" smtClean="0"/>
              <a:t>Second level</a:t>
            </a:r>
          </a:p>
          <a:p>
            <a:pPr lvl="2"/>
            <a:r>
              <a:rPr lang="en-US" altLang="zh-HK" smtClean="0"/>
              <a:t>Third level</a:t>
            </a:r>
          </a:p>
          <a:p>
            <a:pPr lvl="3"/>
            <a:r>
              <a:rPr lang="en-US" altLang="zh-HK" smtClean="0"/>
              <a:t>Fourth level</a:t>
            </a:r>
          </a:p>
          <a:p>
            <a:pPr lvl="4"/>
            <a:r>
              <a:rPr lang="en-US" altLang="zh-HK" smtClean="0"/>
              <a:t>Fifth level</a:t>
            </a:r>
            <a:endParaRPr lang="zh-HK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9E3B3-AFCB-4E99-812C-2F2FAD65D3A5}" type="datetimeFigureOut">
              <a:rPr lang="zh-HK" altLang="en-US" smtClean="0"/>
              <a:t>2/4/2025</a:t>
            </a:fld>
            <a:endParaRPr lang="zh-HK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73416E-2BDE-408D-83E6-C25D1A833CC6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5651880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HK" smtClean="0"/>
              <a:t>Click to edit Master title style</a:t>
            </a:r>
            <a:endParaRPr lang="zh-HK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HK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HK" smtClean="0"/>
              <a:t>Edit Master text styles</a:t>
            </a:r>
          </a:p>
          <a:p>
            <a:pPr lvl="1"/>
            <a:r>
              <a:rPr lang="en-US" altLang="zh-HK" smtClean="0"/>
              <a:t>Second level</a:t>
            </a:r>
          </a:p>
          <a:p>
            <a:pPr lvl="2"/>
            <a:r>
              <a:rPr lang="en-US" altLang="zh-HK" smtClean="0"/>
              <a:t>Third level</a:t>
            </a:r>
          </a:p>
          <a:p>
            <a:pPr lvl="3"/>
            <a:r>
              <a:rPr lang="en-US" altLang="zh-HK" smtClean="0"/>
              <a:t>Fourth level</a:t>
            </a:r>
          </a:p>
          <a:p>
            <a:pPr lvl="4"/>
            <a:r>
              <a:rPr lang="en-US" altLang="zh-HK" smtClean="0"/>
              <a:t>Fifth level</a:t>
            </a:r>
            <a:endParaRPr lang="zh-HK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HK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HK" smtClean="0"/>
              <a:t>Edit Master text styles</a:t>
            </a:r>
          </a:p>
          <a:p>
            <a:pPr lvl="1"/>
            <a:r>
              <a:rPr lang="en-US" altLang="zh-HK" smtClean="0"/>
              <a:t>Second level</a:t>
            </a:r>
          </a:p>
          <a:p>
            <a:pPr lvl="2"/>
            <a:r>
              <a:rPr lang="en-US" altLang="zh-HK" smtClean="0"/>
              <a:t>Third level</a:t>
            </a:r>
          </a:p>
          <a:p>
            <a:pPr lvl="3"/>
            <a:r>
              <a:rPr lang="en-US" altLang="zh-HK" smtClean="0"/>
              <a:t>Fourth level</a:t>
            </a:r>
          </a:p>
          <a:p>
            <a:pPr lvl="4"/>
            <a:r>
              <a:rPr lang="en-US" altLang="zh-HK" smtClean="0"/>
              <a:t>Fifth level</a:t>
            </a:r>
            <a:endParaRPr lang="zh-HK" alt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9E3B3-AFCB-4E99-812C-2F2FAD65D3A5}" type="datetimeFigureOut">
              <a:rPr lang="zh-HK" altLang="en-US" smtClean="0"/>
              <a:t>2/4/2025</a:t>
            </a:fld>
            <a:endParaRPr lang="zh-HK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73416E-2BDE-408D-83E6-C25D1A833CC6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9578648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smtClean="0"/>
              <a:t>Click to edit Master title style</a:t>
            </a:r>
            <a:endParaRPr lang="zh-HK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9E3B3-AFCB-4E99-812C-2F2FAD65D3A5}" type="datetimeFigureOut">
              <a:rPr lang="zh-HK" altLang="en-US" smtClean="0"/>
              <a:t>2/4/2025</a:t>
            </a:fld>
            <a:endParaRPr lang="zh-HK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73416E-2BDE-408D-83E6-C25D1A833CC6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9842822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9E3B3-AFCB-4E99-812C-2F2FAD65D3A5}" type="datetimeFigureOut">
              <a:rPr lang="zh-HK" altLang="en-US" smtClean="0"/>
              <a:t>2/4/2025</a:t>
            </a:fld>
            <a:endParaRPr lang="zh-HK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73416E-2BDE-408D-83E6-C25D1A833CC6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40003933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HK" smtClean="0"/>
              <a:t>Click to edit Master title style</a:t>
            </a:r>
            <a:endParaRPr lang="zh-HK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HK" smtClean="0"/>
              <a:t>Edit Master text styles</a:t>
            </a:r>
          </a:p>
          <a:p>
            <a:pPr lvl="1"/>
            <a:r>
              <a:rPr lang="en-US" altLang="zh-HK" smtClean="0"/>
              <a:t>Second level</a:t>
            </a:r>
          </a:p>
          <a:p>
            <a:pPr lvl="2"/>
            <a:r>
              <a:rPr lang="en-US" altLang="zh-HK" smtClean="0"/>
              <a:t>Third level</a:t>
            </a:r>
          </a:p>
          <a:p>
            <a:pPr lvl="3"/>
            <a:r>
              <a:rPr lang="en-US" altLang="zh-HK" smtClean="0"/>
              <a:t>Fourth level</a:t>
            </a:r>
          </a:p>
          <a:p>
            <a:pPr lvl="4"/>
            <a:r>
              <a:rPr lang="en-US" altLang="zh-HK" smtClean="0"/>
              <a:t>Fifth level</a:t>
            </a:r>
            <a:endParaRPr lang="zh-HK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HK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9E3B3-AFCB-4E99-812C-2F2FAD65D3A5}" type="datetimeFigureOut">
              <a:rPr lang="zh-HK" altLang="en-US" smtClean="0"/>
              <a:t>2/4/2025</a:t>
            </a:fld>
            <a:endParaRPr lang="zh-HK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73416E-2BDE-408D-83E6-C25D1A833CC6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6277856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HK" smtClean="0"/>
              <a:t>Click to edit Master title style</a:t>
            </a:r>
            <a:endParaRPr lang="zh-HK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HK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HK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9E3B3-AFCB-4E99-812C-2F2FAD65D3A5}" type="datetimeFigureOut">
              <a:rPr lang="zh-HK" altLang="en-US" smtClean="0"/>
              <a:t>2/4/2025</a:t>
            </a:fld>
            <a:endParaRPr lang="zh-HK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73416E-2BDE-408D-83E6-C25D1A833CC6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9355641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smtClean="0"/>
              <a:t>Click to edit Master title style</a:t>
            </a:r>
            <a:endParaRPr lang="zh-HK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HK" smtClean="0"/>
              <a:t>Edit Master text styles</a:t>
            </a:r>
          </a:p>
          <a:p>
            <a:pPr lvl="1"/>
            <a:r>
              <a:rPr lang="en-US" altLang="zh-HK" smtClean="0"/>
              <a:t>Second level</a:t>
            </a:r>
          </a:p>
          <a:p>
            <a:pPr lvl="2"/>
            <a:r>
              <a:rPr lang="en-US" altLang="zh-HK" smtClean="0"/>
              <a:t>Third level</a:t>
            </a:r>
          </a:p>
          <a:p>
            <a:pPr lvl="3"/>
            <a:r>
              <a:rPr lang="en-US" altLang="zh-HK" smtClean="0"/>
              <a:t>Fourth level</a:t>
            </a:r>
          </a:p>
          <a:p>
            <a:pPr lvl="4"/>
            <a:r>
              <a:rPr lang="en-US" altLang="zh-HK" smtClean="0"/>
              <a:t>Fifth level</a:t>
            </a:r>
            <a:endParaRPr lang="zh-HK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9E3B3-AFCB-4E99-812C-2F2FAD65D3A5}" type="datetimeFigureOut">
              <a:rPr lang="zh-HK" altLang="en-US" smtClean="0"/>
              <a:t>2/4/2025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73416E-2BDE-408D-83E6-C25D1A833CC6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6141063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HK" smtClean="0"/>
              <a:t>Click to edit Master title style</a:t>
            </a:r>
            <a:endParaRPr lang="zh-HK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HK" smtClean="0"/>
              <a:t>Edit Master text styles</a:t>
            </a:r>
          </a:p>
          <a:p>
            <a:pPr lvl="1"/>
            <a:r>
              <a:rPr lang="en-US" altLang="zh-HK" smtClean="0"/>
              <a:t>Second level</a:t>
            </a:r>
          </a:p>
          <a:p>
            <a:pPr lvl="2"/>
            <a:r>
              <a:rPr lang="en-US" altLang="zh-HK" smtClean="0"/>
              <a:t>Third level</a:t>
            </a:r>
          </a:p>
          <a:p>
            <a:pPr lvl="3"/>
            <a:r>
              <a:rPr lang="en-US" altLang="zh-HK" smtClean="0"/>
              <a:t>Fourth level</a:t>
            </a:r>
          </a:p>
          <a:p>
            <a:pPr lvl="4"/>
            <a:r>
              <a:rPr lang="en-US" altLang="zh-HK" smtClean="0"/>
              <a:t>Fifth level</a:t>
            </a:r>
            <a:endParaRPr lang="zh-HK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9E3B3-AFCB-4E99-812C-2F2FAD65D3A5}" type="datetimeFigureOut">
              <a:rPr lang="zh-HK" altLang="en-US" smtClean="0"/>
              <a:t>2/4/2025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73416E-2BDE-408D-83E6-C25D1A833CC6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0365211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HK" smtClean="0"/>
              <a:t>Click to edit Master title style</a:t>
            </a:r>
            <a:endParaRPr lang="zh-HK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HK" smtClean="0"/>
              <a:t>Edit Master text styles</a:t>
            </a:r>
          </a:p>
          <a:p>
            <a:pPr lvl="1"/>
            <a:r>
              <a:rPr lang="en-US" altLang="zh-HK" smtClean="0"/>
              <a:t>Second level</a:t>
            </a:r>
          </a:p>
          <a:p>
            <a:pPr lvl="2"/>
            <a:r>
              <a:rPr lang="en-US" altLang="zh-HK" smtClean="0"/>
              <a:t>Third level</a:t>
            </a:r>
          </a:p>
          <a:p>
            <a:pPr lvl="3"/>
            <a:r>
              <a:rPr lang="en-US" altLang="zh-HK" smtClean="0"/>
              <a:t>Fourth level</a:t>
            </a:r>
          </a:p>
          <a:p>
            <a:pPr lvl="4"/>
            <a:r>
              <a:rPr lang="en-US" altLang="zh-HK" smtClean="0"/>
              <a:t>Fifth level</a:t>
            </a:r>
            <a:endParaRPr lang="zh-HK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19E3B3-AFCB-4E99-812C-2F2FAD65D3A5}" type="datetimeFigureOut">
              <a:rPr lang="zh-HK" altLang="en-US" smtClean="0"/>
              <a:t>2/4/2025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73416E-2BDE-408D-83E6-C25D1A833CC6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931872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H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HK" dirty="0" smtClean="0"/>
              <a:t>Bubble xxx</a:t>
            </a:r>
            <a:endParaRPr lang="zh-HK" alt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HK" dirty="0" smtClean="0"/>
              <a:t>240206580 </a:t>
            </a:r>
            <a:r>
              <a:rPr lang="en-US" altLang="zh-HK" dirty="0" err="1" smtClean="0"/>
              <a:t>lau</a:t>
            </a:r>
            <a:r>
              <a:rPr lang="en-US" altLang="zh-HK" dirty="0" smtClean="0"/>
              <a:t> </a:t>
            </a:r>
            <a:r>
              <a:rPr lang="en-US" altLang="zh-HK" dirty="0" err="1" smtClean="0"/>
              <a:t>po</a:t>
            </a:r>
            <a:r>
              <a:rPr lang="en-US" altLang="zh-HK" dirty="0" smtClean="0"/>
              <a:t> </a:t>
            </a:r>
            <a:r>
              <a:rPr lang="en-US" altLang="zh-HK" dirty="0" err="1" smtClean="0"/>
              <a:t>wang</a:t>
            </a:r>
            <a:r>
              <a:rPr lang="en-US" altLang="zh-HK" dirty="0" smtClean="0"/>
              <a:t/>
            </a:r>
            <a:br>
              <a:rPr lang="en-US" altLang="zh-HK" dirty="0" smtClean="0"/>
            </a:br>
            <a:r>
              <a:rPr lang="en-US" altLang="zh-HK" dirty="0" smtClean="0"/>
              <a:t>24001822 lee </a:t>
            </a:r>
            <a:r>
              <a:rPr lang="en-US" altLang="zh-HK" dirty="0" err="1" smtClean="0"/>
              <a:t>tsz</a:t>
            </a:r>
            <a:r>
              <a:rPr lang="en-US" altLang="zh-HK" dirty="0" smtClean="0"/>
              <a:t> kin</a:t>
            </a:r>
            <a:br>
              <a:rPr lang="en-US" altLang="zh-HK" dirty="0" smtClean="0"/>
            </a:br>
            <a:r>
              <a:rPr lang="en-US" altLang="zh-HK" dirty="0" smtClean="0"/>
              <a:t>240054149 </a:t>
            </a:r>
            <a:r>
              <a:rPr lang="en-US" altLang="zh-HK" dirty="0" err="1" smtClean="0"/>
              <a:t>chan</a:t>
            </a:r>
            <a:r>
              <a:rPr lang="en-US" altLang="zh-HK" dirty="0" smtClean="0"/>
              <a:t> </a:t>
            </a:r>
            <a:r>
              <a:rPr lang="en-US" altLang="zh-HK" dirty="0" err="1" smtClean="0"/>
              <a:t>wang</a:t>
            </a:r>
            <a:endParaRPr lang="en-US" altLang="zh-HK" dirty="0" smtClean="0"/>
          </a:p>
          <a:p>
            <a:r>
              <a:rPr lang="en-US" altLang="zh-HK" dirty="0" smtClean="0"/>
              <a:t>240182504 Szeto </a:t>
            </a:r>
            <a:r>
              <a:rPr lang="en-US" altLang="zh-HK" dirty="0" err="1" smtClean="0"/>
              <a:t>Nok</a:t>
            </a:r>
            <a:r>
              <a:rPr lang="en-US" altLang="zh-HK" dirty="0" smtClean="0"/>
              <a:t> Yin</a:t>
            </a:r>
            <a:endParaRPr lang="zh-HK" altLang="en-US" dirty="0"/>
          </a:p>
        </p:txBody>
      </p:sp>
    </p:spTree>
    <p:extLst>
      <p:ext uri="{BB962C8B-B14F-4D97-AF65-F5344CB8AC3E}">
        <p14:creationId xmlns:p14="http://schemas.microsoft.com/office/powerpoint/2010/main" val="2541458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dirty="0" smtClean="0"/>
              <a:t>info</a:t>
            </a:r>
            <a:endParaRPr lang="zh-HK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HK" altLang="en-US" dirty="0"/>
          </a:p>
        </p:txBody>
      </p:sp>
    </p:spTree>
    <p:extLst>
      <p:ext uri="{BB962C8B-B14F-4D97-AF65-F5344CB8AC3E}">
        <p14:creationId xmlns:p14="http://schemas.microsoft.com/office/powerpoint/2010/main" val="28596167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DDFF555072FDC4CBD636459FAC3985B" ma:contentTypeVersion="9" ma:contentTypeDescription="Create a new document." ma:contentTypeScope="" ma:versionID="649937840fe04c4a01154077a13802e2">
  <xsd:schema xmlns:xsd="http://www.w3.org/2001/XMLSchema" xmlns:xs="http://www.w3.org/2001/XMLSchema" xmlns:p="http://schemas.microsoft.com/office/2006/metadata/properties" xmlns:ns3="bc78654c-6bfa-429a-a9e9-30431a075a81" targetNamespace="http://schemas.microsoft.com/office/2006/metadata/properties" ma:root="true" ma:fieldsID="7078befaf8783056906c9514a816906a" ns3:_="">
    <xsd:import namespace="bc78654c-6bfa-429a-a9e9-30431a075a81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78654c-6bfa-429a-a9e9-30431a075a81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96EC166-9411-4127-B4A4-CF0763B4145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c78654c-6bfa-429a-a9e9-30431a075a8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BE6DAFB-CC90-4628-901D-3E860E99967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335CEB4-FF59-4425-824C-F13ABD593622}">
  <ds:schemaRefs>
    <ds:schemaRef ds:uri="http://purl.org/dc/dcmitype/"/>
    <ds:schemaRef ds:uri="http://schemas.microsoft.com/office/infopath/2007/PartnerControls"/>
    <ds:schemaRef ds:uri="http://purl.org/dc/elements/1.1/"/>
    <ds:schemaRef ds:uri="http://schemas.microsoft.com/office/2006/documentManagement/types"/>
    <ds:schemaRef ds:uri="http://schemas.microsoft.com/office/2006/metadata/properties"/>
    <ds:schemaRef ds:uri="bc78654c-6bfa-429a-a9e9-30431a075a81"/>
    <ds:schemaRef ds:uri="http://www.w3.org/XML/1998/namespace"/>
    <ds:schemaRef ds:uri="http://schemas.openxmlformats.org/package/2006/metadata/core-propertie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259</TotalTime>
  <Words>20</Words>
  <Application>Microsoft Office PowerPoint</Application>
  <PresentationFormat>Widescreen</PresentationFormat>
  <Paragraphs>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新細明體</vt:lpstr>
      <vt:lpstr>Arial</vt:lpstr>
      <vt:lpstr>Calibri</vt:lpstr>
      <vt:lpstr>Calibri Light</vt:lpstr>
      <vt:lpstr>Office Theme</vt:lpstr>
      <vt:lpstr>Bubble xxx</vt:lpstr>
      <vt:lpstr>info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CHAN Wang (240054149)</dc:creator>
  <cp:lastModifiedBy>Wang CHAN</cp:lastModifiedBy>
  <cp:revision>7</cp:revision>
  <dcterms:created xsi:type="dcterms:W3CDTF">2025-04-02T04:13:07Z</dcterms:created>
  <dcterms:modified xsi:type="dcterms:W3CDTF">2025-04-02T08:32:42Z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0x0101006DDFF555072FDC4CBD636459FAC3985B</vt:lpwstr>
  </property>
</Properties>
</file>